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59" r:id="rId6"/>
    <p:sldId id="264" r:id="rId7"/>
    <p:sldId id="265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98" r:id="rId16"/>
    <p:sldId id="299" r:id="rId17"/>
    <p:sldId id="300" r:id="rId18"/>
    <p:sldId id="301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E96B4-3013-4A87-96C7-B50F37196A48}" v="25" dt="2026-08-05T17:58:04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shon2007@outlook.com" userId="f77720632c9a4ac3" providerId="LiveId" clId="{7B262927-A7F5-453A-B11F-4AF556CCAD2A}"/>
    <pc:docChg chg="custSel addSld delSld modSld sldOrd">
      <pc:chgData name="theshon2007@outlook.com" userId="f77720632c9a4ac3" providerId="LiveId" clId="{7B262927-A7F5-453A-B11F-4AF556CCAD2A}" dt="2026-08-06T07:30:10.342" v="366"/>
      <pc:docMkLst>
        <pc:docMk/>
      </pc:docMkLst>
      <pc:sldChg chg="addSp delSp modSp mod">
        <pc:chgData name="theshon2007@outlook.com" userId="f77720632c9a4ac3" providerId="LiveId" clId="{7B262927-A7F5-453A-B11F-4AF556CCAD2A}" dt="2026-08-05T17:39:11.388" v="304" actId="20577"/>
        <pc:sldMkLst>
          <pc:docMk/>
          <pc:sldMk cId="3087858327" sldId="256"/>
        </pc:sldMkLst>
        <pc:spChg chg="del">
          <ac:chgData name="theshon2007@outlook.com" userId="f77720632c9a4ac3" providerId="LiveId" clId="{7B262927-A7F5-453A-B11F-4AF556CCAD2A}" dt="2026-08-05T15:01:50.262" v="0" actId="478"/>
          <ac:spMkLst>
            <pc:docMk/>
            <pc:sldMk cId="3087858327" sldId="256"/>
            <ac:spMk id="2" creationId="{78EC569D-6A3F-286D-80B1-10B6A48D6C32}"/>
          </ac:spMkLst>
        </pc:spChg>
        <pc:spChg chg="mod">
          <ac:chgData name="theshon2007@outlook.com" userId="f77720632c9a4ac3" providerId="LiveId" clId="{7B262927-A7F5-453A-B11F-4AF556CCAD2A}" dt="2026-08-05T17:35:39.065" v="149"/>
          <ac:spMkLst>
            <pc:docMk/>
            <pc:sldMk cId="3087858327" sldId="256"/>
            <ac:spMk id="3" creationId="{21A37459-E60B-2096-FFBD-7838B4ADBA40}"/>
          </ac:spMkLst>
        </pc:spChg>
        <pc:spChg chg="del">
          <ac:chgData name="theshon2007@outlook.com" userId="f77720632c9a4ac3" providerId="LiveId" clId="{7B262927-A7F5-453A-B11F-4AF556CCAD2A}" dt="2026-08-05T15:01:52.552" v="1" actId="478"/>
          <ac:spMkLst>
            <pc:docMk/>
            <pc:sldMk cId="3087858327" sldId="256"/>
            <ac:spMk id="3" creationId="{DC1DB29E-415D-10EA-ACB0-380107A568DD}"/>
          </ac:spMkLst>
        </pc:spChg>
        <pc:spChg chg="add mod">
          <ac:chgData name="theshon2007@outlook.com" userId="f77720632c9a4ac3" providerId="LiveId" clId="{7B262927-A7F5-453A-B11F-4AF556CCAD2A}" dt="2026-08-05T17:36:58.399" v="217" actId="1076"/>
          <ac:spMkLst>
            <pc:docMk/>
            <pc:sldMk cId="3087858327" sldId="256"/>
            <ac:spMk id="6" creationId="{D8758FE1-D466-4193-9AAC-F450E170A1D5}"/>
          </ac:spMkLst>
        </pc:spChg>
        <pc:spChg chg="add mod">
          <ac:chgData name="theshon2007@outlook.com" userId="f77720632c9a4ac3" providerId="LiveId" clId="{7B262927-A7F5-453A-B11F-4AF556CCAD2A}" dt="2026-08-05T17:39:11.388" v="304" actId="20577"/>
          <ac:spMkLst>
            <pc:docMk/>
            <pc:sldMk cId="3087858327" sldId="256"/>
            <ac:spMk id="8" creationId="{1F04C78F-0960-21BC-9886-2556E10FABAC}"/>
          </ac:spMkLst>
        </pc:spChg>
        <pc:grpChg chg="add mod">
          <ac:chgData name="theshon2007@outlook.com" userId="f77720632c9a4ac3" providerId="LiveId" clId="{7B262927-A7F5-453A-B11F-4AF556CCAD2A}" dt="2026-08-05T17:35:39.065" v="149"/>
          <ac:grpSpMkLst>
            <pc:docMk/>
            <pc:sldMk cId="3087858327" sldId="256"/>
            <ac:grpSpMk id="2" creationId="{5F61BB1F-F5CD-5624-BFB4-DAE414ECF38F}"/>
          </ac:grpSpMkLst>
        </pc:grpChg>
        <pc:picChg chg="mod">
          <ac:chgData name="theshon2007@outlook.com" userId="f77720632c9a4ac3" providerId="LiveId" clId="{7B262927-A7F5-453A-B11F-4AF556CCAD2A}" dt="2026-08-05T17:35:39.065" v="149"/>
          <ac:picMkLst>
            <pc:docMk/>
            <pc:sldMk cId="3087858327" sldId="256"/>
            <ac:picMk id="4" creationId="{4F56AA48-E2E0-5F6F-BE9C-D9359831AB6A}"/>
          </ac:picMkLst>
        </pc:picChg>
      </pc:sldChg>
      <pc:sldChg chg="addSp delSp modSp new mod">
        <pc:chgData name="theshon2007@outlook.com" userId="f77720632c9a4ac3" providerId="LiveId" clId="{7B262927-A7F5-453A-B11F-4AF556CCAD2A}" dt="2026-08-05T17:39:53.802" v="306" actId="22"/>
        <pc:sldMkLst>
          <pc:docMk/>
          <pc:sldMk cId="859983738" sldId="257"/>
        </pc:sldMkLst>
        <pc:spChg chg="del">
          <ac:chgData name="theshon2007@outlook.com" userId="f77720632c9a4ac3" providerId="LiveId" clId="{7B262927-A7F5-453A-B11F-4AF556CCAD2A}" dt="2026-08-05T15:02:05.281" v="4" actId="478"/>
          <ac:spMkLst>
            <pc:docMk/>
            <pc:sldMk cId="859983738" sldId="257"/>
            <ac:spMk id="2" creationId="{25D580A4-DD55-B488-055F-29AF662253CC}"/>
          </ac:spMkLst>
        </pc:spChg>
        <pc:spChg chg="del">
          <ac:chgData name="theshon2007@outlook.com" userId="f77720632c9a4ac3" providerId="LiveId" clId="{7B262927-A7F5-453A-B11F-4AF556CCAD2A}" dt="2026-08-05T15:02:07.899" v="5" actId="478"/>
          <ac:spMkLst>
            <pc:docMk/>
            <pc:sldMk cId="859983738" sldId="257"/>
            <ac:spMk id="3" creationId="{3E8EBA53-7620-7DAC-38D4-D4F6E5F80B8F}"/>
          </ac:spMkLst>
        </pc:spChg>
        <pc:spChg chg="add mod">
          <ac:chgData name="theshon2007@outlook.com" userId="f77720632c9a4ac3" providerId="LiveId" clId="{7B262927-A7F5-453A-B11F-4AF556CCAD2A}" dt="2026-08-05T15:02:26.393" v="8" actId="1582"/>
          <ac:spMkLst>
            <pc:docMk/>
            <pc:sldMk cId="859983738" sldId="257"/>
            <ac:spMk id="4" creationId="{A222CAD9-E3B1-276D-8E1C-77B28782222C}"/>
          </ac:spMkLst>
        </pc:spChg>
        <pc:spChg chg="add mod">
          <ac:chgData name="theshon2007@outlook.com" userId="f77720632c9a4ac3" providerId="LiveId" clId="{7B262927-A7F5-453A-B11F-4AF556CCAD2A}" dt="2026-08-05T15:03:05.404" v="14" actId="1076"/>
          <ac:spMkLst>
            <pc:docMk/>
            <pc:sldMk cId="859983738" sldId="257"/>
            <ac:spMk id="5" creationId="{79780C2F-94E5-FCBF-36A2-BB0555DC3E0C}"/>
          </ac:spMkLst>
        </pc:spChg>
        <pc:spChg chg="add mod">
          <ac:chgData name="theshon2007@outlook.com" userId="f77720632c9a4ac3" providerId="LiveId" clId="{7B262927-A7F5-453A-B11F-4AF556CCAD2A}" dt="2026-08-05T15:08:11.228" v="53" actId="14100"/>
          <ac:spMkLst>
            <pc:docMk/>
            <pc:sldMk cId="859983738" sldId="257"/>
            <ac:spMk id="6" creationId="{8BB5FD71-46EA-5420-20DC-9AA547F37700}"/>
          </ac:spMkLst>
        </pc:spChg>
        <pc:picChg chg="add">
          <ac:chgData name="theshon2007@outlook.com" userId="f77720632c9a4ac3" providerId="LiveId" clId="{7B262927-A7F5-453A-B11F-4AF556CCAD2A}" dt="2026-08-05T17:39:45.357" v="305" actId="22"/>
          <ac:picMkLst>
            <pc:docMk/>
            <pc:sldMk cId="859983738" sldId="257"/>
            <ac:picMk id="3" creationId="{FDFE62B7-99C7-1E1D-A631-53E9E5A01C19}"/>
          </ac:picMkLst>
        </pc:picChg>
        <pc:picChg chg="add">
          <ac:chgData name="theshon2007@outlook.com" userId="f77720632c9a4ac3" providerId="LiveId" clId="{7B262927-A7F5-453A-B11F-4AF556CCAD2A}" dt="2026-08-05T17:39:53.802" v="306" actId="22"/>
          <ac:picMkLst>
            <pc:docMk/>
            <pc:sldMk cId="859983738" sldId="257"/>
            <ac:picMk id="8" creationId="{0FF0883A-9157-0464-E78D-63FD0D01578E}"/>
          </ac:picMkLst>
        </pc:picChg>
      </pc:sldChg>
      <pc:sldChg chg="addSp delSp modSp new mod">
        <pc:chgData name="theshon2007@outlook.com" userId="f77720632c9a4ac3" providerId="LiveId" clId="{7B262927-A7F5-453A-B11F-4AF556CCAD2A}" dt="2026-08-05T17:40:36.392" v="314" actId="1076"/>
        <pc:sldMkLst>
          <pc:docMk/>
          <pc:sldMk cId="2313750257" sldId="258"/>
        </pc:sldMkLst>
        <pc:spChg chg="del">
          <ac:chgData name="theshon2007@outlook.com" userId="f77720632c9a4ac3" providerId="LiveId" clId="{7B262927-A7F5-453A-B11F-4AF556CCAD2A}" dt="2026-08-05T15:05:03.523" v="29" actId="478"/>
          <ac:spMkLst>
            <pc:docMk/>
            <pc:sldMk cId="2313750257" sldId="258"/>
            <ac:spMk id="2" creationId="{E459E9FC-3525-DDB9-9FB7-EA09042AE92C}"/>
          </ac:spMkLst>
        </pc:spChg>
        <pc:spChg chg="del">
          <ac:chgData name="theshon2007@outlook.com" userId="f77720632c9a4ac3" providerId="LiveId" clId="{7B262927-A7F5-453A-B11F-4AF556CCAD2A}" dt="2026-08-05T15:05:06.449" v="30" actId="478"/>
          <ac:spMkLst>
            <pc:docMk/>
            <pc:sldMk cId="2313750257" sldId="258"/>
            <ac:spMk id="3" creationId="{19193BE4-20A6-E572-0F67-387A8E2B53B7}"/>
          </ac:spMkLst>
        </pc:spChg>
        <pc:spChg chg="add mod">
          <ac:chgData name="theshon2007@outlook.com" userId="f77720632c9a4ac3" providerId="LiveId" clId="{7B262927-A7F5-453A-B11F-4AF556CCAD2A}" dt="2026-08-05T15:05:30.976" v="33" actId="1582"/>
          <ac:spMkLst>
            <pc:docMk/>
            <pc:sldMk cId="2313750257" sldId="258"/>
            <ac:spMk id="4" creationId="{66937279-D2EA-8AB5-52D4-F421E03B1FFD}"/>
          </ac:spMkLst>
        </pc:spChg>
        <pc:spChg chg="add mod">
          <ac:chgData name="theshon2007@outlook.com" userId="f77720632c9a4ac3" providerId="LiveId" clId="{7B262927-A7F5-453A-B11F-4AF556CCAD2A}" dt="2026-08-05T15:06:26.378" v="40" actId="1076"/>
          <ac:spMkLst>
            <pc:docMk/>
            <pc:sldMk cId="2313750257" sldId="258"/>
            <ac:spMk id="5" creationId="{D434E17D-8E31-35CA-AEA6-9018142E1627}"/>
          </ac:spMkLst>
        </pc:spChg>
        <pc:spChg chg="add mod">
          <ac:chgData name="theshon2007@outlook.com" userId="f77720632c9a4ac3" providerId="LiveId" clId="{7B262927-A7F5-453A-B11F-4AF556CCAD2A}" dt="2026-08-05T15:17:16.012" v="147" actId="14100"/>
          <ac:spMkLst>
            <pc:docMk/>
            <pc:sldMk cId="2313750257" sldId="258"/>
            <ac:spMk id="6" creationId="{A9687B6C-072D-435F-5BF0-8B1684024281}"/>
          </ac:spMkLst>
        </pc:spChg>
        <pc:picChg chg="add">
          <ac:chgData name="theshon2007@outlook.com" userId="f77720632c9a4ac3" providerId="LiveId" clId="{7B262927-A7F5-453A-B11F-4AF556CCAD2A}" dt="2026-08-05T17:39:59.719" v="307" actId="22"/>
          <ac:picMkLst>
            <pc:docMk/>
            <pc:sldMk cId="2313750257" sldId="258"/>
            <ac:picMk id="3" creationId="{8BA76358-3D7B-2D56-2C65-DF89F8F28B09}"/>
          </ac:picMkLst>
        </pc:picChg>
        <pc:picChg chg="add mod">
          <ac:chgData name="theshon2007@outlook.com" userId="f77720632c9a4ac3" providerId="LiveId" clId="{7B262927-A7F5-453A-B11F-4AF556CCAD2A}" dt="2026-08-05T17:40:36.392" v="314" actId="1076"/>
          <ac:picMkLst>
            <pc:docMk/>
            <pc:sldMk cId="2313750257" sldId="258"/>
            <ac:picMk id="8" creationId="{9C5BE673-47A5-0E27-9F84-2D363CD782EA}"/>
          </ac:picMkLst>
        </pc:picChg>
      </pc:sldChg>
      <pc:sldChg chg="addSp delSp modSp new mod ord">
        <pc:chgData name="theshon2007@outlook.com" userId="f77720632c9a4ac3" providerId="LiveId" clId="{7B262927-A7F5-453A-B11F-4AF556CCAD2A}" dt="2026-08-06T07:30:10.342" v="366"/>
        <pc:sldMkLst>
          <pc:docMk/>
          <pc:sldMk cId="3465406283" sldId="259"/>
        </pc:sldMkLst>
        <pc:spChg chg="del">
          <ac:chgData name="theshon2007@outlook.com" userId="f77720632c9a4ac3" providerId="LiveId" clId="{7B262927-A7F5-453A-B11F-4AF556CCAD2A}" dt="2026-08-05T15:10:55.665" v="55" actId="478"/>
          <ac:spMkLst>
            <pc:docMk/>
            <pc:sldMk cId="3465406283" sldId="259"/>
            <ac:spMk id="2" creationId="{CD8710A0-15E7-EA03-9262-31CFD86EF499}"/>
          </ac:spMkLst>
        </pc:spChg>
        <pc:spChg chg="del">
          <ac:chgData name="theshon2007@outlook.com" userId="f77720632c9a4ac3" providerId="LiveId" clId="{7B262927-A7F5-453A-B11F-4AF556CCAD2A}" dt="2026-08-05T15:10:58.528" v="56" actId="478"/>
          <ac:spMkLst>
            <pc:docMk/>
            <pc:sldMk cId="3465406283" sldId="259"/>
            <ac:spMk id="3" creationId="{0A08D10F-782F-1E8B-1916-E4B03DB5E6C6}"/>
          </ac:spMkLst>
        </pc:spChg>
        <pc:spChg chg="add mod">
          <ac:chgData name="theshon2007@outlook.com" userId="f77720632c9a4ac3" providerId="LiveId" clId="{7B262927-A7F5-453A-B11F-4AF556CCAD2A}" dt="2026-08-05T15:11:13.733" v="59" actId="1582"/>
          <ac:spMkLst>
            <pc:docMk/>
            <pc:sldMk cId="3465406283" sldId="259"/>
            <ac:spMk id="4" creationId="{E9C16084-A0DA-36C8-39E3-F10AF7194BD7}"/>
          </ac:spMkLst>
        </pc:spChg>
        <pc:spChg chg="add mod">
          <ac:chgData name="theshon2007@outlook.com" userId="f77720632c9a4ac3" providerId="LiveId" clId="{7B262927-A7F5-453A-B11F-4AF556CCAD2A}" dt="2026-08-05T15:11:41.307" v="85" actId="1076"/>
          <ac:spMkLst>
            <pc:docMk/>
            <pc:sldMk cId="3465406283" sldId="259"/>
            <ac:spMk id="5" creationId="{1AAFEA4A-7CF9-E810-3323-534813AD0AB1}"/>
          </ac:spMkLst>
        </pc:spChg>
        <pc:graphicFrameChg chg="add mod modGraphic">
          <ac:chgData name="theshon2007@outlook.com" userId="f77720632c9a4ac3" providerId="LiveId" clId="{7B262927-A7F5-453A-B11F-4AF556CCAD2A}" dt="2026-08-05T15:14:43.002" v="112" actId="1076"/>
          <ac:graphicFrameMkLst>
            <pc:docMk/>
            <pc:sldMk cId="3465406283" sldId="259"/>
            <ac:graphicFrameMk id="6" creationId="{7E4A3C28-5965-947E-AD44-CEFDE0CA6388}"/>
          </ac:graphicFrameMkLst>
        </pc:graphicFrameChg>
        <pc:picChg chg="add mod">
          <ac:chgData name="theshon2007@outlook.com" userId="f77720632c9a4ac3" providerId="LiveId" clId="{7B262927-A7F5-453A-B11F-4AF556CCAD2A}" dt="2026-08-05T17:40:09.551" v="311" actId="1076"/>
          <ac:picMkLst>
            <pc:docMk/>
            <pc:sldMk cId="3465406283" sldId="259"/>
            <ac:picMk id="3" creationId="{7BE719C9-1F01-2976-075A-BE6811E0681E}"/>
          </ac:picMkLst>
        </pc:picChg>
        <pc:picChg chg="add mod">
          <ac:chgData name="theshon2007@outlook.com" userId="f77720632c9a4ac3" providerId="LiveId" clId="{7B262927-A7F5-453A-B11F-4AF556CCAD2A}" dt="2026-08-05T17:40:47.954" v="317" actId="1076"/>
          <ac:picMkLst>
            <pc:docMk/>
            <pc:sldMk cId="3465406283" sldId="259"/>
            <ac:picMk id="8" creationId="{AC0E84F7-F915-3A53-990B-3716B6E61220}"/>
          </ac:picMkLst>
        </pc:picChg>
      </pc:sldChg>
      <pc:sldChg chg="addSp delSp modSp new mod">
        <pc:chgData name="theshon2007@outlook.com" userId="f77720632c9a4ac3" providerId="LiveId" clId="{7B262927-A7F5-453A-B11F-4AF556CCAD2A}" dt="2026-08-05T17:41:02.744" v="320" actId="1076"/>
        <pc:sldMkLst>
          <pc:docMk/>
          <pc:sldMk cId="2329067401" sldId="260"/>
        </pc:sldMkLst>
        <pc:spChg chg="del">
          <ac:chgData name="theshon2007@outlook.com" userId="f77720632c9a4ac3" providerId="LiveId" clId="{7B262927-A7F5-453A-B11F-4AF556CCAD2A}" dt="2026-08-05T15:15:19.973" v="114" actId="478"/>
          <ac:spMkLst>
            <pc:docMk/>
            <pc:sldMk cId="2329067401" sldId="260"/>
            <ac:spMk id="2" creationId="{FD716E58-4027-CAEB-6D16-C74BA7ED9EF4}"/>
          </ac:spMkLst>
        </pc:spChg>
        <pc:spChg chg="del">
          <ac:chgData name="theshon2007@outlook.com" userId="f77720632c9a4ac3" providerId="LiveId" clId="{7B262927-A7F5-453A-B11F-4AF556CCAD2A}" dt="2026-08-05T15:15:22.572" v="115" actId="478"/>
          <ac:spMkLst>
            <pc:docMk/>
            <pc:sldMk cId="2329067401" sldId="260"/>
            <ac:spMk id="3" creationId="{D9DEC9FA-8D97-1A9A-3BA2-B0AB088B0150}"/>
          </ac:spMkLst>
        </pc:spChg>
        <pc:spChg chg="add mod">
          <ac:chgData name="theshon2007@outlook.com" userId="f77720632c9a4ac3" providerId="LiveId" clId="{7B262927-A7F5-453A-B11F-4AF556CCAD2A}" dt="2026-08-05T17:41:02.744" v="320" actId="1076"/>
          <ac:spMkLst>
            <pc:docMk/>
            <pc:sldMk cId="2329067401" sldId="260"/>
            <ac:spMk id="4" creationId="{3E8CB0CA-DE1D-44B5-7E7F-AFF4B3276C9B}"/>
          </ac:spMkLst>
        </pc:spChg>
        <pc:spChg chg="add mod">
          <ac:chgData name="theshon2007@outlook.com" userId="f77720632c9a4ac3" providerId="LiveId" clId="{7B262927-A7F5-453A-B11F-4AF556CCAD2A}" dt="2026-08-05T15:16:08.366" v="135" actId="1076"/>
          <ac:spMkLst>
            <pc:docMk/>
            <pc:sldMk cId="2329067401" sldId="260"/>
            <ac:spMk id="5" creationId="{7A8379A9-BF45-CA7A-2D90-F187549E885B}"/>
          </ac:spMkLst>
        </pc:spChg>
        <pc:spChg chg="add mod">
          <ac:chgData name="theshon2007@outlook.com" userId="f77720632c9a4ac3" providerId="LiveId" clId="{7B262927-A7F5-453A-B11F-4AF556CCAD2A}" dt="2026-08-05T15:17:09.200" v="146" actId="1076"/>
          <ac:spMkLst>
            <pc:docMk/>
            <pc:sldMk cId="2329067401" sldId="260"/>
            <ac:spMk id="6" creationId="{83BA96A5-0167-E673-303A-9AEF9C103B9D}"/>
          </ac:spMkLst>
        </pc:spChg>
        <pc:picChg chg="add">
          <ac:chgData name="theshon2007@outlook.com" userId="f77720632c9a4ac3" providerId="LiveId" clId="{7B262927-A7F5-453A-B11F-4AF556CCAD2A}" dt="2026-08-05T17:40:13.912" v="312" actId="22"/>
          <ac:picMkLst>
            <pc:docMk/>
            <pc:sldMk cId="2329067401" sldId="260"/>
            <ac:picMk id="3" creationId="{8CA6AE44-16C7-34A8-7E46-93A935B925B8}"/>
          </ac:picMkLst>
        </pc:picChg>
        <pc:picChg chg="add mod">
          <ac:chgData name="theshon2007@outlook.com" userId="f77720632c9a4ac3" providerId="LiveId" clId="{7B262927-A7F5-453A-B11F-4AF556CCAD2A}" dt="2026-08-05T17:40:55.158" v="319" actId="1076"/>
          <ac:picMkLst>
            <pc:docMk/>
            <pc:sldMk cId="2329067401" sldId="260"/>
            <ac:picMk id="8" creationId="{70B300D9-6729-CCAC-8C08-AD15019AF700}"/>
          </ac:picMkLst>
        </pc:picChg>
      </pc:sldChg>
      <pc:sldChg chg="new del">
        <pc:chgData name="theshon2007@outlook.com" userId="f77720632c9a4ac3" providerId="LiveId" clId="{7B262927-A7F5-453A-B11F-4AF556CCAD2A}" dt="2026-08-05T17:54:21.547" v="322" actId="47"/>
        <pc:sldMkLst>
          <pc:docMk/>
          <pc:sldMk cId="1614748695" sldId="261"/>
        </pc:sldMkLst>
      </pc:sldChg>
      <pc:sldChg chg="addSp delSp modSp add mod setBg">
        <pc:chgData name="theshon2007@outlook.com" userId="f77720632c9a4ac3" providerId="LiveId" clId="{7B262927-A7F5-453A-B11F-4AF556CCAD2A}" dt="2026-08-05T17:58:15.545" v="364" actId="1582"/>
        <pc:sldMkLst>
          <pc:docMk/>
          <pc:sldMk cId="62433063" sldId="262"/>
        </pc:sldMkLst>
        <pc:spChg chg="mod">
          <ac:chgData name="theshon2007@outlook.com" userId="f77720632c9a4ac3" providerId="LiveId" clId="{7B262927-A7F5-453A-B11F-4AF556CCAD2A}" dt="2026-08-05T17:55:01.847" v="330" actId="1076"/>
          <ac:spMkLst>
            <pc:docMk/>
            <pc:sldMk cId="62433063" sldId="262"/>
            <ac:spMk id="2" creationId="{A28C7AAE-66B2-423E-9DE4-C99DB0555A73}"/>
          </ac:spMkLst>
        </pc:spChg>
        <pc:spChg chg="mod">
          <ac:chgData name="theshon2007@outlook.com" userId="f77720632c9a4ac3" providerId="LiveId" clId="{7B262927-A7F5-453A-B11F-4AF556CCAD2A}" dt="2026-08-05T17:56:09.034" v="343" actId="1076"/>
          <ac:spMkLst>
            <pc:docMk/>
            <pc:sldMk cId="62433063" sldId="262"/>
            <ac:spMk id="3" creationId="{2FD7F161-515D-451A-8CE9-2F1C174E91EC}"/>
          </ac:spMkLst>
        </pc:spChg>
        <pc:spChg chg="mod">
          <ac:chgData name="theshon2007@outlook.com" userId="f77720632c9a4ac3" providerId="LiveId" clId="{7B262927-A7F5-453A-B11F-4AF556CCAD2A}" dt="2026-08-05T17:57:24.882" v="358" actId="1076"/>
          <ac:spMkLst>
            <pc:docMk/>
            <pc:sldMk cId="62433063" sldId="262"/>
            <ac:spMk id="4" creationId="{152135F0-8B64-49DA-B73E-E1BABF59C3A2}"/>
          </ac:spMkLst>
        </pc:spChg>
        <pc:spChg chg="add del mod">
          <ac:chgData name="theshon2007@outlook.com" userId="f77720632c9a4ac3" providerId="LiveId" clId="{7B262927-A7F5-453A-B11F-4AF556CCAD2A}" dt="2026-08-05T17:55:45.775" v="340"/>
          <ac:spMkLst>
            <pc:docMk/>
            <pc:sldMk cId="62433063" sldId="262"/>
            <ac:spMk id="30" creationId="{16ED3141-FA55-3FD0-3604-0FA329A6FB11}"/>
          </ac:spMkLst>
        </pc:spChg>
        <pc:spChg chg="add del mod">
          <ac:chgData name="theshon2007@outlook.com" userId="f77720632c9a4ac3" providerId="LiveId" clId="{7B262927-A7F5-453A-B11F-4AF556CCAD2A}" dt="2026-08-05T17:57:29.226" v="360"/>
          <ac:spMkLst>
            <pc:docMk/>
            <pc:sldMk cId="62433063" sldId="262"/>
            <ac:spMk id="35" creationId="{29FE846C-B4D3-6CBA-5AA5-C3678D34DAFE}"/>
          </ac:spMkLst>
        </pc:spChg>
        <pc:spChg chg="add mod">
          <ac:chgData name="theshon2007@outlook.com" userId="f77720632c9a4ac3" providerId="LiveId" clId="{7B262927-A7F5-453A-B11F-4AF556CCAD2A}" dt="2026-08-05T17:58:15.545" v="364" actId="1582"/>
          <ac:spMkLst>
            <pc:docMk/>
            <pc:sldMk cId="62433063" sldId="262"/>
            <ac:spMk id="36" creationId="{76E2B8AB-C932-44A9-DFF5-0ABCEC504DC0}"/>
          </ac:spMkLst>
        </pc:spChg>
        <pc:spChg chg="mod">
          <ac:chgData name="theshon2007@outlook.com" userId="f77720632c9a4ac3" providerId="LiveId" clId="{7B262927-A7F5-453A-B11F-4AF556CCAD2A}" dt="2026-08-05T17:57:46.568" v="361" actId="1076"/>
          <ac:spMkLst>
            <pc:docMk/>
            <pc:sldMk cId="62433063" sldId="262"/>
            <ac:spMk id="37" creationId="{1D77BA43-D08A-4A95-9179-5459D10E19B1}"/>
          </ac:spMkLst>
        </pc:spChg>
        <pc:spChg chg="del">
          <ac:chgData name="theshon2007@outlook.com" userId="f77720632c9a4ac3" providerId="LiveId" clId="{7B262927-A7F5-453A-B11F-4AF556CCAD2A}" dt="2026-08-05T17:56:30.953" v="347" actId="478"/>
          <ac:spMkLst>
            <pc:docMk/>
            <pc:sldMk cId="62433063" sldId="262"/>
            <ac:spMk id="40" creationId="{293A201B-7165-47FA-ACF7-ACEEE6D95775}"/>
          </ac:spMkLst>
        </pc:spChg>
        <pc:spChg chg="mod">
          <ac:chgData name="theshon2007@outlook.com" userId="f77720632c9a4ac3" providerId="LiveId" clId="{7B262927-A7F5-453A-B11F-4AF556CCAD2A}" dt="2026-08-05T17:56:36.422" v="348" actId="1076"/>
          <ac:spMkLst>
            <pc:docMk/>
            <pc:sldMk cId="62433063" sldId="262"/>
            <ac:spMk id="41" creationId="{7140BC30-3799-45AC-A1AC-3B77E8F7BFD4}"/>
          </ac:spMkLst>
        </pc:spChg>
        <pc:spChg chg="del mod">
          <ac:chgData name="theshon2007@outlook.com" userId="f77720632c9a4ac3" providerId="LiveId" clId="{7B262927-A7F5-453A-B11F-4AF556CCAD2A}" dt="2026-08-05T17:54:52.122" v="328" actId="478"/>
          <ac:spMkLst>
            <pc:docMk/>
            <pc:sldMk cId="62433063" sldId="262"/>
            <ac:spMk id="42" creationId="{5464F9E4-8F2A-4F39-BBBC-3BA40FAE4813}"/>
          </ac:spMkLst>
        </pc:spChg>
        <pc:picChg chg="add mod">
          <ac:chgData name="theshon2007@outlook.com" userId="f77720632c9a4ac3" providerId="LiveId" clId="{7B262927-A7F5-453A-B11F-4AF556CCAD2A}" dt="2026-08-05T17:56:12.493" v="344" actId="1076"/>
          <ac:picMkLst>
            <pc:docMk/>
            <pc:sldMk cId="62433063" sldId="262"/>
            <ac:picMk id="32" creationId="{E92E880B-8784-157D-A5BC-7A58E726780C}"/>
          </ac:picMkLst>
        </pc:picChg>
        <pc:picChg chg="add mod">
          <ac:chgData name="theshon2007@outlook.com" userId="f77720632c9a4ac3" providerId="LiveId" clId="{7B262927-A7F5-453A-B11F-4AF556CCAD2A}" dt="2026-08-05T17:56:25.627" v="346" actId="1076"/>
          <ac:picMkLst>
            <pc:docMk/>
            <pc:sldMk cId="62433063" sldId="262"/>
            <ac:picMk id="34" creationId="{D2E9F609-6575-751B-E0C9-4A9AE7267B2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C75E1-A03C-4A9D-9821-C9441E602C3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1C409-3AD0-405B-BA01-E4A217927E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08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1C409-3AD0-405B-BA01-E4A217927EB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43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1C409-3AD0-405B-BA01-E4A217927EB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042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3AB6-42C9-0664-126E-4F8506EC0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A5FA6-D9D7-2558-066D-3C6A5F970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74A54-24EF-2526-CDEC-F3DF331A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5BA1F-4F25-2F32-67AB-656834EE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17CD-553F-0BF1-565F-CA4A2306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19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16D9-E82D-095E-CA0B-A0A6620D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5702-7F09-B955-FAE9-6C8236010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13272-8ECD-914C-F70D-0DCABB89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444E-D322-2845-B8DC-36D2DDBC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1F21F-6004-18F7-FE36-5A8820BA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01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68DD-E130-3F47-6CFD-9525C29A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08738-FB26-C0AA-D1BD-1FA0E5B0B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E169F-F79E-3D89-8C20-CD77B3CD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AFE5-DAF0-5B3F-7821-0BE3C55F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69291-4498-9A5A-2AE8-E092D8BA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2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4AC38-EEA8-8E1A-6280-3BDDDF24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F386-A504-02DC-BFF4-AE8EC5869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ED3F7-9017-1F7D-C21B-A9B171D33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5D9A1-5927-ED20-A57C-8A9C9513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7387F-DC71-07F7-8942-629EDA10F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EE7D3-5B4E-CEDF-6344-BB037C2D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50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EA3D-1928-AAB2-00A6-AC7BB72A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34637-41F0-4C90-7DCE-840795A6A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34E54-41C1-7088-860D-40076C7DF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7560BB-CF4B-D99F-1AA2-14E06412E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6EBD7-17BC-5D0C-4F37-E8B9E40DB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84033-6839-3988-59F8-465F61FB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54547D-DE1C-8FEB-90E0-D19D743AE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3795A-A1F5-AAFD-8E16-879F028A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94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84B0-535C-C1E1-4CFC-07C32B3F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73B-5311-C085-8C28-81AF3D0D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4C302-82B6-BAE8-8EB3-4E783F6A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76849-893C-D741-C1F9-544CBFB09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6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22D22-1923-D57E-73AF-0782827C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42B5F-BC93-4912-2345-E33D320A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B2650-C6A4-7D6C-2E6B-8A3DD435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64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E63A-6C9C-8C10-86CD-05E10FCE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CDB6B-4FBF-0E9C-671C-B8BAA91C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60C7B-1236-9670-6B62-5D3F11D8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52631-8781-06FC-D9F0-3555F756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9F65F-E84E-A9E9-22CA-ED14FE5E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4E7AC-4226-76D2-58C5-2ACB909A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31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2B97-6664-2C4F-74A5-440A4E46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9C2647-3FF0-C56B-3B65-1DC8767ED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D4918-BC39-E860-E4E9-05B378417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4F7F4-6800-52BA-38FD-C87EAA7E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5041E-0925-D329-084C-C8F51D89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61AEA-5544-0A68-161F-584244DC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171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AAD3-9FBE-D3CE-6CA2-20A98E00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F5EF8-1DF7-6647-929C-2A19B696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BD49E-B09B-FFAC-58C3-230CCAB4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56322-81D1-1624-92D8-CE80B34E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144D9-E8F0-99B2-3547-0309D83E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16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29CC89-0555-B1B8-F965-79CCEB659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AD3A6-F8CC-B370-CDB0-CE1CF437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BF9B-6D88-6D59-6A5C-C8952C8C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6553-C83A-A489-5CF2-BB4DE1E8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71A21-AA0D-ADBC-6940-9F39E6D4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545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1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2526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CAE25-F891-3260-CD5F-DD0DB250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2AEBE-7608-DB65-12D9-C44823E7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98D13-CA42-0147-DFA5-F9230548A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9B9B1-B503-4E96-A340-A7AF21E0413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ADA7D-7606-7644-754A-9FD4A01D2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67499-2347-7715-2256-B56A36BC7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619E2-BA2B-4376-8DF2-285ACB86B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2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4716/ijtech.v12i7.5333" TargetMode="External"/><Relationship Id="rId7" Type="http://schemas.openxmlformats.org/officeDocument/2006/relationships/image" Target="../media/image4.jpg"/><Relationship Id="rId2" Type="http://schemas.openxmlformats.org/officeDocument/2006/relationships/hyperlink" Target="https://doi.org/10.38007/DPS.2020.010202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hyperlink" Target="https://doi.org/10.1016/j.jclepro.2023.136841" TargetMode="External"/><Relationship Id="rId4" Type="http://schemas.openxmlformats.org/officeDocument/2006/relationships/hyperlink" Target="https://doi.org/10.37418/amsj.9.9.104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F61BB1F-F5CD-5624-BFB4-DAE414ECF38F}"/>
              </a:ext>
            </a:extLst>
          </p:cNvPr>
          <p:cNvGrpSpPr/>
          <p:nvPr/>
        </p:nvGrpSpPr>
        <p:grpSpPr>
          <a:xfrm>
            <a:off x="295910" y="326390"/>
            <a:ext cx="11373576" cy="1528536"/>
            <a:chOff x="295910" y="326390"/>
            <a:chExt cx="11630660" cy="187706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1A37459-E60B-2096-FFBD-7838B4ADBA40}"/>
                </a:ext>
              </a:extLst>
            </p:cNvPr>
            <p:cNvSpPr/>
            <p:nvPr/>
          </p:nvSpPr>
          <p:spPr>
            <a:xfrm>
              <a:off x="314960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60" y="0"/>
                  </a:lnTo>
                  <a:lnTo>
                    <a:pt x="11592560" y="1838960"/>
                  </a:lnTo>
                  <a:lnTo>
                    <a:pt x="0" y="18389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F56AA48-E2E0-5F6F-BE9C-D9359831AB6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309" y="507709"/>
              <a:ext cx="10972800" cy="1181038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8758FE1-D466-4193-9AAC-F450E170A1D5}"/>
              </a:ext>
            </a:extLst>
          </p:cNvPr>
          <p:cNvSpPr txBox="1"/>
          <p:nvPr/>
        </p:nvSpPr>
        <p:spPr>
          <a:xfrm>
            <a:off x="519176" y="2321146"/>
            <a:ext cx="1148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PrintEase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Adaptive Priority Scheduling for Efficient Academic Printing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78EF6-EF31-9B8F-8213-DFF10EF24506}"/>
              </a:ext>
            </a:extLst>
          </p:cNvPr>
          <p:cNvSpPr txBox="1"/>
          <p:nvPr/>
        </p:nvSpPr>
        <p:spPr>
          <a:xfrm>
            <a:off x="3120005" y="3177962"/>
            <a:ext cx="4944618" cy="911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0" algn="ctr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Design and Analysis of Algorithm </a:t>
            </a:r>
          </a:p>
          <a:p>
            <a:pPr marL="82550" algn="ctr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Subject</a:t>
            </a:r>
            <a:r>
              <a:rPr lang="en-US" sz="2000" b="1" spc="-2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code </a:t>
            </a:r>
            <a:r>
              <a:rPr lang="en-US" sz="2000" b="1" spc="-15" dirty="0">
                <a:latin typeface="Times New Roman"/>
                <a:cs typeface="Times New Roman"/>
              </a:rPr>
              <a:t>: CSA0612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B5129D-DF63-3C8B-E23A-9AB914492927}"/>
              </a:ext>
            </a:extLst>
          </p:cNvPr>
          <p:cNvSpPr txBox="1"/>
          <p:nvPr/>
        </p:nvSpPr>
        <p:spPr>
          <a:xfrm>
            <a:off x="7098030" y="4089750"/>
            <a:ext cx="5071277" cy="308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Presented BY: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      </a:t>
            </a:r>
            <a:r>
              <a:rPr lang="en-US" sz="2000" spc="-10" dirty="0">
                <a:latin typeface="Times New Roman"/>
                <a:cs typeface="Times New Roman"/>
              </a:rPr>
              <a:t>Manoj M(192511060)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      </a:t>
            </a:r>
            <a:r>
              <a:rPr lang="en-US" sz="2000" spc="-10" dirty="0" err="1">
                <a:latin typeface="Times New Roman"/>
                <a:cs typeface="Times New Roman"/>
              </a:rPr>
              <a:t>Theshon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spc="-10" dirty="0" err="1">
                <a:latin typeface="Times New Roman"/>
                <a:cs typeface="Times New Roman"/>
              </a:rPr>
              <a:t>Mishmaan</a:t>
            </a:r>
            <a:r>
              <a:rPr lang="en-US" sz="2000" spc="-10" dirty="0">
                <a:latin typeface="Times New Roman"/>
                <a:cs typeface="Times New Roman"/>
              </a:rPr>
              <a:t> M(192572106)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      </a:t>
            </a:r>
            <a:r>
              <a:rPr lang="en-US" sz="2000" spc="-10" dirty="0" err="1">
                <a:latin typeface="Times New Roman"/>
                <a:cs typeface="Times New Roman"/>
              </a:rPr>
              <a:t>Yokesh</a:t>
            </a:r>
            <a:r>
              <a:rPr lang="en-US" sz="2000" spc="-10" dirty="0">
                <a:latin typeface="Times New Roman"/>
                <a:cs typeface="Times New Roman"/>
              </a:rPr>
              <a:t> (192424174)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      Jaya Krishna (192421259)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      Dinesh (192424016)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    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8C3B6-0294-6B48-B5F4-AFCE9943C49F}"/>
              </a:ext>
            </a:extLst>
          </p:cNvPr>
          <p:cNvSpPr txBox="1"/>
          <p:nvPr/>
        </p:nvSpPr>
        <p:spPr>
          <a:xfrm>
            <a:off x="1003554" y="4352260"/>
            <a:ext cx="6094476" cy="905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Guided BY:</a:t>
            </a:r>
          </a:p>
          <a:p>
            <a:pPr marL="82550">
              <a:lnSpc>
                <a:spcPts val="3279"/>
              </a:lnSpc>
              <a:spcBef>
                <a:spcPts val="60"/>
              </a:spcBef>
              <a:tabLst>
                <a:tab pos="268986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      </a:t>
            </a:r>
            <a:r>
              <a:rPr lang="en-US" sz="2000" spc="-10" dirty="0">
                <a:latin typeface="Times New Roman"/>
                <a:cs typeface="Times New Roman"/>
              </a:rPr>
              <a:t>Dr. </a:t>
            </a:r>
            <a:r>
              <a:rPr lang="en-US" sz="2000" spc="-10" dirty="0" err="1">
                <a:latin typeface="Times New Roman"/>
                <a:cs typeface="Times New Roman"/>
              </a:rPr>
              <a:t>Poongavanam</a:t>
            </a:r>
            <a:r>
              <a:rPr lang="en-US" sz="2000" spc="-10" dirty="0">
                <a:latin typeface="Times New Roman"/>
                <a:cs typeface="Times New Roman"/>
              </a:rPr>
              <a:t> N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7858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22CAD9-E3B1-276D-8E1C-77B28782222C}"/>
              </a:ext>
            </a:extLst>
          </p:cNvPr>
          <p:cNvSpPr txBox="1"/>
          <p:nvPr/>
        </p:nvSpPr>
        <p:spPr>
          <a:xfrm>
            <a:off x="232833" y="211666"/>
            <a:ext cx="11726333" cy="64346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80C2F-94E5-FCBF-36A2-BB0555DC3E0C}"/>
              </a:ext>
            </a:extLst>
          </p:cNvPr>
          <p:cNvSpPr txBox="1"/>
          <p:nvPr/>
        </p:nvSpPr>
        <p:spPr>
          <a:xfrm>
            <a:off x="4415367" y="414867"/>
            <a:ext cx="3564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5FD71-46EA-5420-20DC-9AA547F37700}"/>
              </a:ext>
            </a:extLst>
          </p:cNvPr>
          <p:cNvSpPr txBox="1"/>
          <p:nvPr/>
        </p:nvSpPr>
        <p:spPr>
          <a:xfrm>
            <a:off x="1654300" y="1880019"/>
            <a:ext cx="8883397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PrintEase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academic printing management system for campus environments.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submission and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print requests.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Priority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dynamically prioritize print jobs.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the priority of waiting jobs.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Max-Heap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job selection.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waiting time and prevent starvation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efficiency of print-job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DFE62B7-99C7-1E1D-A631-53E9E5A01C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278" y="305363"/>
            <a:ext cx="1178893" cy="103234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0FF0883A-9157-0464-E78D-63FD0D0157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8834" y="432584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937279-D2EA-8AB5-52D4-F421E03B1FFD}"/>
              </a:ext>
            </a:extLst>
          </p:cNvPr>
          <p:cNvSpPr txBox="1"/>
          <p:nvPr/>
        </p:nvSpPr>
        <p:spPr>
          <a:xfrm>
            <a:off x="160867" y="287867"/>
            <a:ext cx="11819466" cy="635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4E17D-8E31-35CA-AEA6-9018142E1627}"/>
              </a:ext>
            </a:extLst>
          </p:cNvPr>
          <p:cNvSpPr txBox="1"/>
          <p:nvPr/>
        </p:nvSpPr>
        <p:spPr>
          <a:xfrm>
            <a:off x="4064000" y="482600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87B6C-072D-435F-5BF0-8B1684024281}"/>
              </a:ext>
            </a:extLst>
          </p:cNvPr>
          <p:cNvSpPr txBox="1"/>
          <p:nvPr/>
        </p:nvSpPr>
        <p:spPr>
          <a:xfrm>
            <a:off x="1746903" y="1884582"/>
            <a:ext cx="9640824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print-job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to delays and inefficient processing.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cause urgent print requests to wait unnecessarily.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priority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low-priority jobs.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print jobs do not receive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priority adjustments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peak hours, increasing print requests can result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waiting times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scheduling system is needed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prioritize jobs and improve printing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8BA76358-3D7B-2D56-2C65-DF89F8F28B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834" y="432584"/>
            <a:ext cx="1178893" cy="905128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9C5BE673-47A5-0E27-9F84-2D363CD782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211" y="368973"/>
            <a:ext cx="1178893" cy="103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5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8CB0CA-DE1D-44B5-7E7F-AFF4B3276C9B}"/>
              </a:ext>
            </a:extLst>
          </p:cNvPr>
          <p:cNvSpPr txBox="1"/>
          <p:nvPr/>
        </p:nvSpPr>
        <p:spPr>
          <a:xfrm>
            <a:off x="190501" y="320949"/>
            <a:ext cx="11565466" cy="61044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379A9-BF45-CA7A-2D90-F187549E885B}"/>
              </a:ext>
            </a:extLst>
          </p:cNvPr>
          <p:cNvSpPr txBox="1"/>
          <p:nvPr/>
        </p:nvSpPr>
        <p:spPr>
          <a:xfrm>
            <a:off x="4521201" y="543467"/>
            <a:ext cx="4148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A96A5-0167-E673-303A-9AEF9C103B9D}"/>
              </a:ext>
            </a:extLst>
          </p:cNvPr>
          <p:cNvSpPr txBox="1"/>
          <p:nvPr/>
        </p:nvSpPr>
        <p:spPr>
          <a:xfrm>
            <a:off x="1823213" y="1986995"/>
            <a:ext cx="8778814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academic print-job scheduling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Priority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job prioritization.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Max-Heap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selection of print jobs.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and turnaround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applying an aging mechanism.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efficiency and responsiveness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printing process.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8CA6AE44-16C7-34A8-7E46-93A935B925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8834" y="432584"/>
            <a:ext cx="1178893" cy="905128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70B300D9-6729-CCAC-8C08-AD15019AF7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033" y="376766"/>
            <a:ext cx="1178893" cy="103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6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FEA4A-7CF9-E810-3323-534813AD0AB1}"/>
              </a:ext>
            </a:extLst>
          </p:cNvPr>
          <p:cNvSpPr txBox="1"/>
          <p:nvPr/>
        </p:nvSpPr>
        <p:spPr>
          <a:xfrm>
            <a:off x="4199467" y="274879"/>
            <a:ext cx="4250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7BE719C9-1F01-2976-075A-BE6811E068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6634" y="300568"/>
            <a:ext cx="1136499" cy="795866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AC0E84F7-F915-3A53-990B-3716B6E612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678" y="274879"/>
            <a:ext cx="1136499" cy="791071"/>
          </a:xfrm>
          <a:prstGeom prst="rect">
            <a:avLst/>
          </a:prstGeom>
        </p:spPr>
      </p:pic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D4A6D682-016A-541D-F35E-786BCCDCCA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3890240"/>
              </p:ext>
            </p:extLst>
          </p:nvPr>
        </p:nvGraphicFramePr>
        <p:xfrm>
          <a:off x="1689847" y="1442153"/>
          <a:ext cx="8812305" cy="4533902"/>
        </p:xfrm>
        <a:graphic>
          <a:graphicData uri="http://schemas.openxmlformats.org/drawingml/2006/table">
            <a:tbl>
              <a:tblPr/>
              <a:tblGrid>
                <a:gridCol w="744070">
                  <a:extLst>
                    <a:ext uri="{9D8B030D-6E8A-4147-A177-3AD203B41FA5}">
                      <a16:colId xmlns:a16="http://schemas.microsoft.com/office/drawing/2014/main" val="2470892540"/>
                    </a:ext>
                  </a:extLst>
                </a:gridCol>
                <a:gridCol w="1792941">
                  <a:extLst>
                    <a:ext uri="{9D8B030D-6E8A-4147-A177-3AD203B41FA5}">
                      <a16:colId xmlns:a16="http://schemas.microsoft.com/office/drawing/2014/main" val="1734481790"/>
                    </a:ext>
                  </a:extLst>
                </a:gridCol>
                <a:gridCol w="2115671">
                  <a:extLst>
                    <a:ext uri="{9D8B030D-6E8A-4147-A177-3AD203B41FA5}">
                      <a16:colId xmlns:a16="http://schemas.microsoft.com/office/drawing/2014/main" val="3320671677"/>
                    </a:ext>
                  </a:extLst>
                </a:gridCol>
                <a:gridCol w="2373585">
                  <a:extLst>
                    <a:ext uri="{9D8B030D-6E8A-4147-A177-3AD203B41FA5}">
                      <a16:colId xmlns:a16="http://schemas.microsoft.com/office/drawing/2014/main" val="2312427576"/>
                    </a:ext>
                  </a:extLst>
                </a:gridCol>
                <a:gridCol w="1786038">
                  <a:extLst>
                    <a:ext uri="{9D8B030D-6E8A-4147-A177-3AD203B41FA5}">
                      <a16:colId xmlns:a16="http://schemas.microsoft.com/office/drawing/2014/main" val="267397782"/>
                    </a:ext>
                  </a:extLst>
                </a:gridCol>
              </a:tblGrid>
              <a:tr h="793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 err="1">
                          <a:solidFill>
                            <a:schemeClr val="tx1"/>
                          </a:solidFill>
                        </a:rPr>
                        <a:t>S.No</a:t>
                      </a:r>
                      <a:endParaRPr lang="en-IN" sz="1700" dirty="0">
                        <a:solidFill>
                          <a:schemeClr val="tx1"/>
                        </a:solidFill>
                      </a:endParaRP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</a:rPr>
                        <a:t>Authors &amp; Year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</a:rPr>
                        <a:t>Journal / Conference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</a:rPr>
                        <a:t>Technique / Contribution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84523"/>
                  </a:ext>
                </a:extLst>
              </a:tr>
              <a:tr h="1473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Mustafa et al. (2025)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International Journal of Computer Applications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Cloud-based automated print queue management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LIFO is not suitable for priority/urgent jobs. 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73248"/>
                  </a:ext>
                </a:extLst>
              </a:tr>
              <a:tr h="1133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solidFill>
                            <a:schemeClr val="tx1"/>
                          </a:solidFill>
                        </a:rPr>
                        <a:t>Dhabliya</a:t>
                      </a: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 et al. (2025)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solidFill>
                            <a:schemeClr val="tx1"/>
                          </a:solidFill>
                        </a:rPr>
                        <a:t>ShodhKosh</a:t>
                      </a: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 Journal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Cloud-based print management with secure printing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Depends on network and has security challenges.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105767"/>
                  </a:ext>
                </a:extLst>
              </a:tr>
              <a:tr h="1133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Li et al. (2024)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IEEE Access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Print-job sequence optimization and scheduling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Mainly designed for industrial printing systems.</a:t>
                      </a:r>
                    </a:p>
                  </a:txBody>
                  <a:tcPr marL="68247" marR="68247" marT="34123" marB="341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2873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F285CE-F8FC-A8D1-FCB3-E23C3A2A124F}"/>
              </a:ext>
            </a:extLst>
          </p:cNvPr>
          <p:cNvSpPr txBox="1"/>
          <p:nvPr/>
        </p:nvSpPr>
        <p:spPr>
          <a:xfrm>
            <a:off x="208856" y="202077"/>
            <a:ext cx="11565466" cy="61044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406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939A-EA69-0F9E-B0A3-152035A2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Flow</a:t>
            </a: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D303CF25-0295-D314-4FA4-09C201FB09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033" y="376766"/>
            <a:ext cx="1178893" cy="1032349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236A9489-A35D-1F1B-4967-4041235F619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8834" y="432584"/>
            <a:ext cx="1178893" cy="90512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107CBA-0ACC-5399-89F0-3092BF1B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5752" y="1962785"/>
            <a:ext cx="8260080" cy="4351338"/>
          </a:xfrm>
        </p:spPr>
        <p:txBody>
          <a:bodyPr>
            <a:normAutofit/>
          </a:bodyPr>
          <a:lstStyle/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requests are often managed through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FCFS-based scheduling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are processed mainly according to their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 order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print requests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experience unnecessary delays.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Fixed-priority methods can lead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 of low-priority jobs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of waiting jobs is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dynamically updated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request volumes can result in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waiting and turnaround times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scheduling optimization leads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printer utilization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68ED-C691-79FD-9C0C-E9BEEA1D217B}"/>
              </a:ext>
            </a:extLst>
          </p:cNvPr>
          <p:cNvSpPr txBox="1"/>
          <p:nvPr/>
        </p:nvSpPr>
        <p:spPr>
          <a:xfrm>
            <a:off x="190501" y="320949"/>
            <a:ext cx="11565466" cy="61044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59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BEE1921-CC63-6EA6-47CB-8C233435C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" y="244818"/>
            <a:ext cx="11601450" cy="61436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9902B0-DD32-EC6E-46B5-2B8A600E1486}"/>
              </a:ext>
            </a:extLst>
          </p:cNvPr>
          <p:cNvSpPr txBox="1"/>
          <p:nvPr/>
        </p:nvSpPr>
        <p:spPr>
          <a:xfrm>
            <a:off x="886968" y="758952"/>
            <a:ext cx="10771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Flow</a:t>
            </a:r>
          </a:p>
        </p:txBody>
      </p:sp>
      <p:pic>
        <p:nvPicPr>
          <p:cNvPr id="21" name="object 3">
            <a:extLst>
              <a:ext uri="{FF2B5EF4-FFF2-40B4-BE49-F238E27FC236}">
                <a16:creationId xmlns:a16="http://schemas.microsoft.com/office/drawing/2014/main" id="{ED432FA4-107B-08AC-8EDF-5A6A634501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862" y="469557"/>
            <a:ext cx="1178893" cy="1032349"/>
          </a:xfrm>
          <a:prstGeom prst="rect">
            <a:avLst/>
          </a:prstGeom>
        </p:spPr>
      </p:pic>
      <p:pic>
        <p:nvPicPr>
          <p:cNvPr id="23" name="object 4">
            <a:extLst>
              <a:ext uri="{FF2B5EF4-FFF2-40B4-BE49-F238E27FC236}">
                <a16:creationId xmlns:a16="http://schemas.microsoft.com/office/drawing/2014/main" id="{4397E7F6-FAB4-69E1-148F-BD89311C09F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8834" y="432584"/>
            <a:ext cx="1178893" cy="9051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5A0E00-15EA-ACDB-AB66-1EB575D51167}"/>
              </a:ext>
            </a:extLst>
          </p:cNvPr>
          <p:cNvSpPr txBox="1"/>
          <p:nvPr/>
        </p:nvSpPr>
        <p:spPr>
          <a:xfrm>
            <a:off x="1673352" y="1953468"/>
            <a:ext cx="8254746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submitting and managing print requests.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Priority Scheduling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dynamically prioritize print jobs.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 mechanism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the priority of waiting jobs.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Max-Heap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highest-priority job selection.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 and normal print requests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their dynamic priority.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and starvation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peak workloads.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printer utilization and scheduling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609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A28C7AAE-66B2-423E-9DE4-C99DB0555A73}"/>
              </a:ext>
            </a:extLst>
          </p:cNvPr>
          <p:cNvSpPr>
            <a:spLocks noGrp="1"/>
          </p:cNvSpPr>
          <p:nvPr/>
        </p:nvSpPr>
        <p:spPr>
          <a:xfrm>
            <a:off x="2538412" y="133350"/>
            <a:ext cx="7334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0F172A"/>
                </a:solidFill>
              </a:defRPr>
            </a:pPr>
            <a:r>
              <a:rPr sz="3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PrintEase</a:t>
            </a:r>
            <a:r>
              <a:rPr sz="3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</a:p>
        </p:txBody>
      </p:sp>
      <p:pic>
        <p:nvPicPr>
          <p:cNvPr id="32" name="object 3">
            <a:extLst>
              <a:ext uri="{FF2B5EF4-FFF2-40B4-BE49-F238E27FC236}">
                <a16:creationId xmlns:a16="http://schemas.microsoft.com/office/drawing/2014/main" id="{E92E880B-8784-157D-A5BC-7A58E72678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699" y="304326"/>
            <a:ext cx="1178893" cy="1032349"/>
          </a:xfrm>
          <a:prstGeom prst="rect">
            <a:avLst/>
          </a:prstGeom>
        </p:spPr>
      </p:pic>
      <p:pic>
        <p:nvPicPr>
          <p:cNvPr id="34" name="object 4">
            <a:extLst>
              <a:ext uri="{FF2B5EF4-FFF2-40B4-BE49-F238E27FC236}">
                <a16:creationId xmlns:a16="http://schemas.microsoft.com/office/drawing/2014/main" id="{D2E9F609-6575-751B-E0C9-4A9AE7267B2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6357" y="418721"/>
            <a:ext cx="1178893" cy="9051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D720A16-3150-1BD7-CB36-C730B4778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1323849"/>
            <a:ext cx="9102773" cy="520596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732D939-E797-A5D5-4D15-BF50F87DD890}"/>
              </a:ext>
            </a:extLst>
          </p:cNvPr>
          <p:cNvSpPr txBox="1"/>
          <p:nvPr/>
        </p:nvSpPr>
        <p:spPr>
          <a:xfrm>
            <a:off x="197358" y="227149"/>
            <a:ext cx="11797283" cy="6403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3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2A5AC-67D8-AE7C-0384-595094729DB7}"/>
              </a:ext>
            </a:extLst>
          </p:cNvPr>
          <p:cNvSpPr txBox="1"/>
          <p:nvPr/>
        </p:nvSpPr>
        <p:spPr>
          <a:xfrm>
            <a:off x="2359152" y="418838"/>
            <a:ext cx="7367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1C8CF-3DDC-2B21-F201-F82B17FA7DDA}"/>
              </a:ext>
            </a:extLst>
          </p:cNvPr>
          <p:cNvSpPr txBox="1"/>
          <p:nvPr/>
        </p:nvSpPr>
        <p:spPr>
          <a:xfrm>
            <a:off x="1611630" y="1915102"/>
            <a:ext cx="7952994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Priority Scheduling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priority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 print request.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priority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job urgency and waiting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the priority of waiting jobs.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print jobs 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Max-Heap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with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dynamic priority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 first.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processing a job, the queue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and re-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heapified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starvation and waiting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86EA6C26-E0F7-A10E-7AEB-07B54D345A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862" y="469557"/>
            <a:ext cx="1178893" cy="1032349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C974D2D5-21CF-CC83-7827-E7C363B9FD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8834" y="432584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66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3CA19F-4941-7B4F-C394-D5A10DFA0476}"/>
              </a:ext>
            </a:extLst>
          </p:cNvPr>
          <p:cNvSpPr txBox="1"/>
          <p:nvPr/>
        </p:nvSpPr>
        <p:spPr>
          <a:xfrm>
            <a:off x="228600" y="186267"/>
            <a:ext cx="11786616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242CC-FDE1-9E33-6B3C-0E286526C91D}"/>
              </a:ext>
            </a:extLst>
          </p:cNvPr>
          <p:cNvSpPr txBox="1"/>
          <p:nvPr/>
        </p:nvSpPr>
        <p:spPr>
          <a:xfrm>
            <a:off x="832104" y="548640"/>
            <a:ext cx="1069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1 -User &amp; Print Requirement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89CB5-8263-ACF6-599C-4CEC949119B0}"/>
              </a:ext>
            </a:extLst>
          </p:cNvPr>
          <p:cNvSpPr txBox="1"/>
          <p:nvPr/>
        </p:nvSpPr>
        <p:spPr>
          <a:xfrm>
            <a:off x="832104" y="2350008"/>
            <a:ext cx="6763458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faculty, and admin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new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requests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document details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pages, copies,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print 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a unique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 print request.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the request to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Calculation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scheduling.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79627-D684-1612-7202-58B041070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712" y="1289114"/>
            <a:ext cx="3586871" cy="5159187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BB4D981C-2CC3-E464-E43C-B0F3C46DA0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10" y="430230"/>
            <a:ext cx="1178893" cy="1032349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CBA964E4-4040-0483-23BC-0772C2CD563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63933" y="409699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1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0F4EC-07E5-5322-9A42-9900E4E24255}"/>
              </a:ext>
            </a:extLst>
          </p:cNvPr>
          <p:cNvSpPr txBox="1"/>
          <p:nvPr/>
        </p:nvSpPr>
        <p:spPr>
          <a:xfrm>
            <a:off x="228600" y="186267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9D7FA-B2EA-9C8E-6419-A5D9882F6F2F}"/>
              </a:ext>
            </a:extLst>
          </p:cNvPr>
          <p:cNvSpPr txBox="1"/>
          <p:nvPr/>
        </p:nvSpPr>
        <p:spPr>
          <a:xfrm>
            <a:off x="2686129" y="532498"/>
            <a:ext cx="72123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Priority Calculation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F52D5-C979-ACB4-F072-A33CA0673735}"/>
              </a:ext>
            </a:extLst>
          </p:cNvPr>
          <p:cNvSpPr txBox="1"/>
          <p:nvPr/>
        </p:nvSpPr>
        <p:spPr>
          <a:xfrm>
            <a:off x="777240" y="1700784"/>
            <a:ext cx="6339652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request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Module 1.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priority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 print job.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factors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urgency, user type, and print requirements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job.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the calculated priority to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Priority Scheduling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initial value used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priority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552A3-3358-E08E-9C53-51827569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1462579"/>
            <a:ext cx="4474953" cy="5078196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59DCAB19-AF7D-C831-F891-A4B4A1CB79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D8200405-2AA8-5AF7-15B2-7939BF0362B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85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8A038-8041-86C9-06FF-0D1BAADF0FDD}"/>
              </a:ext>
            </a:extLst>
          </p:cNvPr>
          <p:cNvSpPr txBox="1"/>
          <p:nvPr/>
        </p:nvSpPr>
        <p:spPr>
          <a:xfrm>
            <a:off x="146304" y="220133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4369A-3436-A265-C16F-71A47D0F2151}"/>
              </a:ext>
            </a:extLst>
          </p:cNvPr>
          <p:cNvSpPr txBox="1"/>
          <p:nvPr/>
        </p:nvSpPr>
        <p:spPr>
          <a:xfrm>
            <a:off x="2154893" y="457350"/>
            <a:ext cx="7632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3: Adaptive Priority Scheduling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E6CF7-65AE-842D-C65B-AA090B6CD7A3}"/>
              </a:ext>
            </a:extLst>
          </p:cNvPr>
          <p:cNvSpPr txBox="1"/>
          <p:nvPr/>
        </p:nvSpPr>
        <p:spPr>
          <a:xfrm>
            <a:off x="603504" y="1463859"/>
            <a:ext cx="5577840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Receives print jobs along with their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initial priority scores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Calculates priority dynamically based on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waiting time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Applies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aging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to increase the priority of waiting jobs.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Continuously updates the priority of pending print requests.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Prevents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starvation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of low-priority print jobs.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Determines the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next job to be processed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based on the updated priority.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Sends the dynamically prioritized jobs to the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Binary Max-Heap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for efficient scheduling.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90D5B1-CE55-A85C-CFF0-C07CC1B9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984" y="1371600"/>
            <a:ext cx="4776512" cy="5077038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D898D99B-D32C-5E92-4F0C-5F3542DA79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D54B2FB1-3FA4-9388-68BA-40C605D74E1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4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4B8B69-1E44-49D8-0695-1DEDDB7DD2B8}"/>
              </a:ext>
            </a:extLst>
          </p:cNvPr>
          <p:cNvSpPr txBox="1"/>
          <p:nvPr/>
        </p:nvSpPr>
        <p:spPr>
          <a:xfrm>
            <a:off x="228600" y="186267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F42D4-6DED-58A3-C9BB-ED9671DCBCD0}"/>
              </a:ext>
            </a:extLst>
          </p:cNvPr>
          <p:cNvSpPr txBox="1"/>
          <p:nvPr/>
        </p:nvSpPr>
        <p:spPr>
          <a:xfrm>
            <a:off x="2450592" y="629150"/>
            <a:ext cx="8556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4: Print Processing &amp; Status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E7AB0-DF68-6A06-DEC1-5FA64B90215A}"/>
              </a:ext>
            </a:extLst>
          </p:cNvPr>
          <p:cNvSpPr txBox="1"/>
          <p:nvPr/>
        </p:nvSpPr>
        <p:spPr>
          <a:xfrm>
            <a:off x="774192" y="2576804"/>
            <a:ext cx="562660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Processes print jobs selected by the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Adaptive Priority Scheduler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Updates the status of each print request.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Tracks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Pending, Processing, and Completed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jobs.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Calculates print completion details.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Records the processing time of each job.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Sends completed jobs to the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Order History Module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C59E0-B644-B615-33D7-54E65D2C2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77" y="1463503"/>
            <a:ext cx="4971031" cy="5022176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2D324154-6F14-1D45-EEE3-AEAC0CC048A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77CDD683-B72D-7FFB-5EF9-DB6B585950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8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F17B66-43CC-C28D-90AE-6FC7E46E5FF3}"/>
              </a:ext>
            </a:extLst>
          </p:cNvPr>
          <p:cNvSpPr txBox="1"/>
          <p:nvPr/>
        </p:nvSpPr>
        <p:spPr>
          <a:xfrm>
            <a:off x="228600" y="186267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328E0-CA3B-9002-4596-FA87444903B8}"/>
              </a:ext>
            </a:extLst>
          </p:cNvPr>
          <p:cNvSpPr txBox="1"/>
          <p:nvPr/>
        </p:nvSpPr>
        <p:spPr>
          <a:xfrm>
            <a:off x="2045165" y="638294"/>
            <a:ext cx="80170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Module 5: Order History &amp; Admin 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2852A-F41E-70F6-E285-CCD710D5E75A}"/>
              </a:ext>
            </a:extLst>
          </p:cNvPr>
          <p:cNvSpPr txBox="1"/>
          <p:nvPr/>
        </p:nvSpPr>
        <p:spPr>
          <a:xfrm>
            <a:off x="850392" y="2346467"/>
            <a:ext cx="6144768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Maintains the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history of completed print requests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Tracks orders using a unique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Order ID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Allows admin to monitor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pending and completed jobs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Displays scheduling information such as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priority and waiting time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Provides basic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print activity reports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Helps admin monitor overall </a:t>
            </a: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system performance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2D5EF-33A4-7AC9-E026-7C42EB17F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463503"/>
            <a:ext cx="4898627" cy="4964226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66178D4D-7D61-011B-0EFE-0755032610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968E5C01-F724-16B5-34D7-1F6220E0029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34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25DB92-40B8-6EEF-30B9-5177FAA54D3B}"/>
              </a:ext>
            </a:extLst>
          </p:cNvPr>
          <p:cNvSpPr txBox="1"/>
          <p:nvPr/>
        </p:nvSpPr>
        <p:spPr>
          <a:xfrm>
            <a:off x="3870198" y="1628508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1: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User submits a print request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	       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2: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Calculate initial priority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3: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Calculate waiting time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4: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Apply aging and update priority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5: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Select the highest-priority job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6: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Process the print job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7: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Update remaining jobs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↓</a:t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Step 8: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 Repeat until all print jobs are completed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76609-8EB4-75A8-1FB5-927256CCC880}"/>
              </a:ext>
            </a:extLst>
          </p:cNvPr>
          <p:cNvSpPr txBox="1"/>
          <p:nvPr/>
        </p:nvSpPr>
        <p:spPr>
          <a:xfrm>
            <a:off x="3147822" y="391406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DAA Algorithm Flow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14FEB76F-EF70-99EF-C5BD-1F74192B4A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  <p:pic>
        <p:nvPicPr>
          <p:cNvPr id="14" name="object 3">
            <a:extLst>
              <a:ext uri="{FF2B5EF4-FFF2-40B4-BE49-F238E27FC236}">
                <a16:creationId xmlns:a16="http://schemas.microsoft.com/office/drawing/2014/main" id="{6060DE65-FB8A-EC1D-6631-B9C0DAB47B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01925A-340E-8A29-D49F-E020F4945880}"/>
              </a:ext>
            </a:extLst>
          </p:cNvPr>
          <p:cNvSpPr txBox="1"/>
          <p:nvPr/>
        </p:nvSpPr>
        <p:spPr>
          <a:xfrm>
            <a:off x="228600" y="186267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32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379A05-FD42-9A57-5381-30AE80659D95}"/>
              </a:ext>
            </a:extLst>
          </p:cNvPr>
          <p:cNvSpPr txBox="1"/>
          <p:nvPr/>
        </p:nvSpPr>
        <p:spPr>
          <a:xfrm>
            <a:off x="1794510" y="2423596"/>
            <a:ext cx="6094476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 algn="l" rtl="0" eaLnBrk="1" latinLnBrk="0" hangingPunct="1">
              <a:spcBef>
                <a:spcPts val="1000"/>
              </a:spcBef>
              <a:buClrTx/>
              <a:buSzPts val="1800"/>
              <a:buFont typeface="Wingdings" panose="05000000000000000000" pitchFamily="2" charset="2"/>
              <a:buChar char="v"/>
            </a:pP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Multi-Printer Support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— Automatic printer selection and workload balancing.</a:t>
            </a:r>
            <a:endParaRPr lang="en-IN" sz="180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Real-Time Notifications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— Instant updates for print-job status.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Advanced Scheduling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— Dynamic priority based on waiting time, urgency and resources.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DF23A-4F72-86D9-FCF3-F60721142FAE}"/>
              </a:ext>
            </a:extLst>
          </p:cNvPr>
          <p:cNvSpPr txBox="1"/>
          <p:nvPr/>
        </p:nvSpPr>
        <p:spPr>
          <a:xfrm>
            <a:off x="2150566" y="544675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Future Scope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BBB57D42-93D4-853F-5984-C121B6B6C1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72739A25-C554-8C76-C899-C77F85462E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161809-907C-4F91-7E05-ACFE0277C862}"/>
              </a:ext>
            </a:extLst>
          </p:cNvPr>
          <p:cNvSpPr txBox="1"/>
          <p:nvPr/>
        </p:nvSpPr>
        <p:spPr>
          <a:xfrm>
            <a:off x="228600" y="186267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946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750347-73F8-ED91-70E0-FFF9156792A2}"/>
              </a:ext>
            </a:extLst>
          </p:cNvPr>
          <p:cNvSpPr txBox="1"/>
          <p:nvPr/>
        </p:nvSpPr>
        <p:spPr>
          <a:xfrm>
            <a:off x="797814" y="2176140"/>
            <a:ext cx="9443466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indent="-347472" algn="l" rtl="0" eaLnBrk="1" latinLnBrk="0" hangingPunct="1">
              <a:spcBef>
                <a:spcPts val="1000"/>
              </a:spcBef>
              <a:buClrTx/>
              <a:buSzPts val="1800"/>
              <a:buFont typeface="Wingdings" panose="05000000000000000000" pitchFamily="2" charset="2"/>
              <a:buChar char="v"/>
            </a:pPr>
            <a:r>
              <a:rPr lang="en-IN" sz="1800" b="1" kern="1200" dirty="0" err="1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PrintEase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provides a digital and organized solution for managing academic print requests. </a:t>
            </a:r>
            <a:endParaRPr lang="en-IN" sz="180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FCFS and Priority Scheduling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improve the ordering and handling of normal and urgent print jobs. 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Pipelining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improves print-processing throughput by dividing the process into sequential stages. 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I/O Organization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enables communication between the system and printer while monitoring print status. 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The system reduces dependency on manual print-</a:t>
            </a:r>
            <a:r>
              <a:rPr lang="en-IN" sz="1800" kern="1200" dirty="0" err="1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center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operations and provides a more efficient printing workflow. 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7472" indent="-347472" algn="l" rtl="0" eaLnBrk="1" latinLnBrk="0" hangingPunct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Future integration of </a:t>
            </a:r>
            <a:r>
              <a:rPr lang="en-IN" sz="1800" b="1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database, cloud services, multiple printers, notifications, and advanced scheduling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can make </a:t>
            </a:r>
            <a:r>
              <a:rPr lang="en-IN" sz="1800" kern="1200" dirty="0" err="1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PrintEase</a:t>
            </a:r>
            <a:r>
              <a:rPr lang="en-IN" sz="1800" kern="1200" dirty="0"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more scalable and production-ready.</a:t>
            </a:r>
            <a:endParaRPr lang="en-IN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D6B54-B6E5-E7D2-0D27-2987C55E8BD9}"/>
              </a:ext>
            </a:extLst>
          </p:cNvPr>
          <p:cNvSpPr txBox="1"/>
          <p:nvPr/>
        </p:nvSpPr>
        <p:spPr>
          <a:xfrm>
            <a:off x="2754630" y="593562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A756003-9877-7C62-AAB0-C23142DFFD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073" y="389082"/>
            <a:ext cx="1178893" cy="1032349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C239A7F7-F628-A52E-6BD3-3B26E8D70B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3893" y="372321"/>
            <a:ext cx="1178893" cy="9051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BE8F5C-9B74-6CB6-38BF-DBE6CF9642F4}"/>
              </a:ext>
            </a:extLst>
          </p:cNvPr>
          <p:cNvSpPr txBox="1"/>
          <p:nvPr/>
        </p:nvSpPr>
        <p:spPr>
          <a:xfrm>
            <a:off x="228600" y="186267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00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5C3047-C919-9AA8-982E-DE5D80DCD36E}"/>
              </a:ext>
            </a:extLst>
          </p:cNvPr>
          <p:cNvSpPr txBox="1"/>
          <p:nvPr/>
        </p:nvSpPr>
        <p:spPr>
          <a:xfrm>
            <a:off x="953262" y="1087190"/>
            <a:ext cx="10696194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Antonio, C. C. (2020). High Performance Computing for Big Data in Distributed Systems. Distributed Processing Systems, 1(2), 10–17.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https://doi.org/10.38007/DPS.2020.010202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Burova, E.,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Grishunin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Suloeva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Stepanchuk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(2021). The Cost Management of Innovative Products in an Industrial Enterprise Given the Risks in the Digital economy. International Journal of Technology, 12(7), 1339–1348. </a:t>
            </a:r>
            <a:r>
              <a:rPr lang="en-IN" dirty="0">
                <a:solidFill>
                  <a:srgbClr val="1F2C8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/10.14716/ijtech.v12i7.5333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Dan, H. (2023). Exploring the Innovative Path of Human Resources Management of Construction Enterprises in the Internet Plus Era. Modern Economics and Management, 4(1), 63–65.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Eshov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N. S. U. R. (2020). Influence Assessment of Enterprise Management Value Based on Coefficients Methods Under the Risk Conditions. Advances in Mathematics: Scientific Journal, 9(9), 7573–7598.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https://doi.org/10.37418/amsj.9.9.104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Ferreira, J. J., Lopes, J. M., Gomes, S., and Rammal, H. G. (2023). Industry 4.0 Implementation: Environmental and Social Sustainability in Manufacturing Multinational enterprises. Journal of Cleaner Production, 404, 136841.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https://doi.org/10.1016/j.jclepro.2023.136841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E45ED-985B-7F7C-129B-7081377F7FEB}"/>
              </a:ext>
            </a:extLst>
          </p:cNvPr>
          <p:cNvSpPr txBox="1"/>
          <p:nvPr/>
        </p:nvSpPr>
        <p:spPr>
          <a:xfrm>
            <a:off x="4519422" y="373785"/>
            <a:ext cx="409422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163CF-7A14-07AD-265D-FB0B66CBA7A6}"/>
              </a:ext>
            </a:extLst>
          </p:cNvPr>
          <p:cNvSpPr txBox="1"/>
          <p:nvPr/>
        </p:nvSpPr>
        <p:spPr>
          <a:xfrm>
            <a:off x="107106" y="220133"/>
            <a:ext cx="11650133" cy="641773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045F086E-2211-0480-0BC5-B823396E93B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4761" y="308710"/>
            <a:ext cx="1178893" cy="1032349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8192FEFD-BC81-3C38-9ACC-E160B3C4B6A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0563" y="277924"/>
            <a:ext cx="1178893" cy="9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73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706" y="464299"/>
            <a:ext cx="6813176" cy="272770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321</TotalTime>
  <Words>1353</Words>
  <Application>Microsoft Office PowerPoint</Application>
  <PresentationFormat>Widescreen</PresentationFormat>
  <Paragraphs>139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System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theshon2007@outlook.com</dc:creator>
  <cp:lastModifiedBy>Manoj M</cp:lastModifiedBy>
  <cp:revision>10</cp:revision>
  <dcterms:created xsi:type="dcterms:W3CDTF">2026-08-05T15:01:41Z</dcterms:created>
  <dcterms:modified xsi:type="dcterms:W3CDTF">2026-08-27T05:42:31Z</dcterms:modified>
</cp:coreProperties>
</file>